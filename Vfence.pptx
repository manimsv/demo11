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58" r:id="rId4"/>
    <p:sldId id="262" r:id="rId5"/>
    <p:sldId id="263" r:id="rId6"/>
    <p:sldId id="260" r:id="rId7"/>
    <p:sldId id="261" r:id="rId8"/>
  </p:sldIdLst>
  <p:sldSz cx="9144000" cy="5143500" type="screen16x9"/>
  <p:notesSz cx="6858000" cy="9144000"/>
  <p:embeddedFontLst>
    <p:embeddedFont>
      <p:font typeface="Calibri" panose="020F0502020204030204" pitchFamily="34" charset="0"/>
      <p:regular r:id="rId10"/>
      <p:bold r:id="rId11"/>
      <p:italic r:id="rId12"/>
      <p:boldItalic r:id="rId13"/>
    </p:embeddedFont>
    <p:embeddedFont>
      <p:font typeface="Lato" panose="020F0502020204030203" pitchFamily="34" charset="0"/>
      <p:regular r:id="rId14"/>
      <p:bold r:id="rId15"/>
      <p:italic r:id="rId16"/>
      <p:boldItalic r:id="rId17"/>
    </p:embeddedFont>
    <p:embeddedFont>
      <p:font typeface="Raleway"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020" y="1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viewProps" Target="viewProp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sp>
        <p:nvSpPr>
          <p:cNvPr id="14" name="Google Shape;14;p2"/>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4200"/>
              <a:buNone/>
              <a:defRPr sz="4200">
                <a:solidFill>
                  <a:schemeClr val="dk2"/>
                </a:solidFill>
              </a:defRPr>
            </a:lvl1pPr>
            <a:lvl2pPr lvl="1" algn="l">
              <a:lnSpc>
                <a:spcPct val="100000"/>
              </a:lnSpc>
              <a:spcBef>
                <a:spcPts val="0"/>
              </a:spcBef>
              <a:spcAft>
                <a:spcPts val="0"/>
              </a:spcAft>
              <a:buClr>
                <a:schemeClr val="dk2"/>
              </a:buClr>
              <a:buSzPts val="4200"/>
              <a:buNone/>
              <a:defRPr sz="4200">
                <a:solidFill>
                  <a:schemeClr val="dk2"/>
                </a:solidFill>
              </a:defRPr>
            </a:lvl2pPr>
            <a:lvl3pPr lvl="2" algn="l">
              <a:lnSpc>
                <a:spcPct val="100000"/>
              </a:lnSpc>
              <a:spcBef>
                <a:spcPts val="0"/>
              </a:spcBef>
              <a:spcAft>
                <a:spcPts val="0"/>
              </a:spcAft>
              <a:buClr>
                <a:schemeClr val="dk2"/>
              </a:buClr>
              <a:buSzPts val="4200"/>
              <a:buNone/>
              <a:defRPr sz="4200">
                <a:solidFill>
                  <a:schemeClr val="dk2"/>
                </a:solidFill>
              </a:defRPr>
            </a:lvl3pPr>
            <a:lvl4pPr lvl="3" algn="l">
              <a:lnSpc>
                <a:spcPct val="100000"/>
              </a:lnSpc>
              <a:spcBef>
                <a:spcPts val="0"/>
              </a:spcBef>
              <a:spcAft>
                <a:spcPts val="0"/>
              </a:spcAft>
              <a:buClr>
                <a:schemeClr val="dk2"/>
              </a:buClr>
              <a:buSzPts val="4200"/>
              <a:buNone/>
              <a:defRPr sz="4200">
                <a:solidFill>
                  <a:schemeClr val="dk2"/>
                </a:solidFill>
              </a:defRPr>
            </a:lvl4pPr>
            <a:lvl5pPr lvl="4" algn="l">
              <a:lnSpc>
                <a:spcPct val="100000"/>
              </a:lnSpc>
              <a:spcBef>
                <a:spcPts val="0"/>
              </a:spcBef>
              <a:spcAft>
                <a:spcPts val="0"/>
              </a:spcAft>
              <a:buClr>
                <a:schemeClr val="dk2"/>
              </a:buClr>
              <a:buSzPts val="4200"/>
              <a:buNone/>
              <a:defRPr sz="4200">
                <a:solidFill>
                  <a:schemeClr val="dk2"/>
                </a:solidFill>
              </a:defRPr>
            </a:lvl5pPr>
            <a:lvl6pPr lvl="5" algn="l">
              <a:lnSpc>
                <a:spcPct val="100000"/>
              </a:lnSpc>
              <a:spcBef>
                <a:spcPts val="0"/>
              </a:spcBef>
              <a:spcAft>
                <a:spcPts val="0"/>
              </a:spcAft>
              <a:buClr>
                <a:schemeClr val="dk2"/>
              </a:buClr>
              <a:buSzPts val="4200"/>
              <a:buNone/>
              <a:defRPr sz="4200">
                <a:solidFill>
                  <a:schemeClr val="dk2"/>
                </a:solidFill>
              </a:defRPr>
            </a:lvl6pPr>
            <a:lvl7pPr lvl="6" algn="l">
              <a:lnSpc>
                <a:spcPct val="100000"/>
              </a:lnSpc>
              <a:spcBef>
                <a:spcPts val="0"/>
              </a:spcBef>
              <a:spcAft>
                <a:spcPts val="0"/>
              </a:spcAft>
              <a:buClr>
                <a:schemeClr val="dk2"/>
              </a:buClr>
              <a:buSzPts val="4200"/>
              <a:buNone/>
              <a:defRPr sz="4200">
                <a:solidFill>
                  <a:schemeClr val="dk2"/>
                </a:solidFill>
              </a:defRPr>
            </a:lvl7pPr>
            <a:lvl8pPr lvl="7" algn="l">
              <a:lnSpc>
                <a:spcPct val="100000"/>
              </a:lnSpc>
              <a:spcBef>
                <a:spcPts val="0"/>
              </a:spcBef>
              <a:spcAft>
                <a:spcPts val="0"/>
              </a:spcAft>
              <a:buClr>
                <a:schemeClr val="dk2"/>
              </a:buClr>
              <a:buSzPts val="4200"/>
              <a:buNone/>
              <a:defRPr sz="4200">
                <a:solidFill>
                  <a:schemeClr val="dk2"/>
                </a:solidFill>
              </a:defRPr>
            </a:lvl8pPr>
            <a:lvl9pPr lvl="8" algn="l">
              <a:lnSpc>
                <a:spcPct val="100000"/>
              </a:lnSpc>
              <a:spcBef>
                <a:spcPts val="0"/>
              </a:spcBef>
              <a:spcAft>
                <a:spcPts val="0"/>
              </a:spcAft>
              <a:buClr>
                <a:schemeClr val="dk2"/>
              </a:buClr>
              <a:buSzPts val="4200"/>
              <a:buNone/>
              <a:defRPr sz="4200">
                <a:solidFill>
                  <a:schemeClr val="dk2"/>
                </a:solidFill>
              </a:defRPr>
            </a:lvl9pPr>
          </a:lstStyle>
          <a:p>
            <a:endParaRPr/>
          </a:p>
        </p:txBody>
      </p:sp>
      <p:sp>
        <p:nvSpPr>
          <p:cNvPr id="15" name="Google Shape;15;p2"/>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19" name="Google Shape;19;p3"/>
          <p:cNvGrpSpPr/>
          <p:nvPr/>
        </p:nvGrpSpPr>
        <p:grpSpPr>
          <a:xfrm>
            <a:off x="830392" y="1191256"/>
            <a:ext cx="745763" cy="45826"/>
            <a:chOff x="4580561" y="2589004"/>
            <a:chExt cx="1064464" cy="25200"/>
          </a:xfrm>
        </p:grpSpPr>
        <p:sp>
          <p:nvSpPr>
            <p:cNvPr id="20" name="Google Shape;20;p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1" name="Google Shape;21;p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sp>
        <p:nvSpPr>
          <p:cNvPr id="22" name="Google Shape;22;p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23" name="Google Shape;23;p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24" name="Google Shape;24;p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5"/>
        <p:cNvGrpSpPr/>
        <p:nvPr/>
      </p:nvGrpSpPr>
      <p:grpSpPr>
        <a:xfrm>
          <a:off x="0" y="0"/>
          <a:ext cx="0" cy="0"/>
          <a:chOff x="0" y="0"/>
          <a:chExt cx="0" cy="0"/>
        </a:xfrm>
      </p:grpSpPr>
      <p:grpSp>
        <p:nvGrpSpPr>
          <p:cNvPr id="26" name="Google Shape;26;p4"/>
          <p:cNvGrpSpPr/>
          <p:nvPr/>
        </p:nvGrpSpPr>
        <p:grpSpPr>
          <a:xfrm>
            <a:off x="830392" y="1191256"/>
            <a:ext cx="745763" cy="45826"/>
            <a:chOff x="4580561" y="2589004"/>
            <a:chExt cx="1064464" cy="25200"/>
          </a:xfrm>
        </p:grpSpPr>
        <p:sp>
          <p:nvSpPr>
            <p:cNvPr id="27" name="Google Shape;27;p4"/>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8" name="Google Shape;28;p4"/>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sp>
        <p:nvSpPr>
          <p:cNvPr id="29" name="Google Shape;29;p4"/>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sp>
        <p:nvSpPr>
          <p:cNvPr id="36" name="Google Shape;36;p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37" name="Google Shape;37;p5"/>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sp>
        <p:nvSpPr>
          <p:cNvPr id="45" name="Google Shape;45;p6"/>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46" name="Google Shape;46;p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sp>
        <p:nvSpPr>
          <p:cNvPr id="52" name="Google Shape;52;p7"/>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53" name="Google Shape;53;p7"/>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sp>
        <p:nvSpPr>
          <p:cNvPr id="59" name="Google Shape;59;p8"/>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sp>
        <p:nvSpPr>
          <p:cNvPr id="66" name="Google Shape;66;p9"/>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Clr>
                <a:schemeClr val="dk2"/>
              </a:buClr>
              <a:buSzPts val="2600"/>
              <a:buNone/>
              <a:defRPr sz="2600">
                <a:solidFill>
                  <a:schemeClr val="dk2"/>
                </a:solidFill>
              </a:defRPr>
            </a:lvl2pPr>
            <a:lvl3pPr lvl="2" algn="l">
              <a:lnSpc>
                <a:spcPct val="100000"/>
              </a:lnSpc>
              <a:spcBef>
                <a:spcPts val="0"/>
              </a:spcBef>
              <a:spcAft>
                <a:spcPts val="0"/>
              </a:spcAft>
              <a:buClr>
                <a:schemeClr val="dk2"/>
              </a:buClr>
              <a:buSzPts val="2600"/>
              <a:buNone/>
              <a:defRPr sz="2600">
                <a:solidFill>
                  <a:schemeClr val="dk2"/>
                </a:solidFill>
              </a:defRPr>
            </a:lvl3pPr>
            <a:lvl4pPr lvl="3" algn="l">
              <a:lnSpc>
                <a:spcPct val="100000"/>
              </a:lnSpc>
              <a:spcBef>
                <a:spcPts val="0"/>
              </a:spcBef>
              <a:spcAft>
                <a:spcPts val="0"/>
              </a:spcAft>
              <a:buClr>
                <a:schemeClr val="dk2"/>
              </a:buClr>
              <a:buSzPts val="2600"/>
              <a:buNone/>
              <a:defRPr sz="2600">
                <a:solidFill>
                  <a:schemeClr val="dk2"/>
                </a:solidFill>
              </a:defRPr>
            </a:lvl4pPr>
            <a:lvl5pPr lvl="4" algn="l">
              <a:lnSpc>
                <a:spcPct val="100000"/>
              </a:lnSpc>
              <a:spcBef>
                <a:spcPts val="0"/>
              </a:spcBef>
              <a:spcAft>
                <a:spcPts val="0"/>
              </a:spcAft>
              <a:buClr>
                <a:schemeClr val="dk2"/>
              </a:buClr>
              <a:buSzPts val="2600"/>
              <a:buNone/>
              <a:defRPr sz="2600">
                <a:solidFill>
                  <a:schemeClr val="dk2"/>
                </a:solidFill>
              </a:defRPr>
            </a:lvl5pPr>
            <a:lvl6pPr lvl="5" algn="l">
              <a:lnSpc>
                <a:spcPct val="100000"/>
              </a:lnSpc>
              <a:spcBef>
                <a:spcPts val="0"/>
              </a:spcBef>
              <a:spcAft>
                <a:spcPts val="0"/>
              </a:spcAft>
              <a:buClr>
                <a:schemeClr val="dk2"/>
              </a:buClr>
              <a:buSzPts val="2600"/>
              <a:buNone/>
              <a:defRPr sz="2600">
                <a:solidFill>
                  <a:schemeClr val="dk2"/>
                </a:solidFill>
              </a:defRPr>
            </a:lvl6pPr>
            <a:lvl7pPr lvl="6" algn="l">
              <a:lnSpc>
                <a:spcPct val="100000"/>
              </a:lnSpc>
              <a:spcBef>
                <a:spcPts val="0"/>
              </a:spcBef>
              <a:spcAft>
                <a:spcPts val="0"/>
              </a:spcAft>
              <a:buClr>
                <a:schemeClr val="dk2"/>
              </a:buClr>
              <a:buSzPts val="2600"/>
              <a:buNone/>
              <a:defRPr sz="2600">
                <a:solidFill>
                  <a:schemeClr val="dk2"/>
                </a:solidFill>
              </a:defRPr>
            </a:lvl7pPr>
            <a:lvl8pPr lvl="7" algn="l">
              <a:lnSpc>
                <a:spcPct val="100000"/>
              </a:lnSpc>
              <a:spcBef>
                <a:spcPts val="0"/>
              </a:spcBef>
              <a:spcAft>
                <a:spcPts val="0"/>
              </a:spcAft>
              <a:buClr>
                <a:schemeClr val="dk2"/>
              </a:buClr>
              <a:buSzPts val="2600"/>
              <a:buNone/>
              <a:defRPr sz="2600">
                <a:solidFill>
                  <a:schemeClr val="dk2"/>
                </a:solidFill>
              </a:defRPr>
            </a:lvl8pPr>
            <a:lvl9pPr lvl="8" algn="l">
              <a:lnSpc>
                <a:spcPct val="100000"/>
              </a:lnSpc>
              <a:spcBef>
                <a:spcPts val="0"/>
              </a:spcBef>
              <a:spcAft>
                <a:spcPts val="0"/>
              </a:spcAft>
              <a:buClr>
                <a:schemeClr val="dk2"/>
              </a:buClr>
              <a:buSzPts val="2600"/>
              <a:buNone/>
              <a:defRPr sz="2600">
                <a:solidFill>
                  <a:schemeClr val="dk2"/>
                </a:solidFill>
              </a:defRPr>
            </a:lvl9pPr>
          </a:lstStyle>
          <a:p>
            <a:endParaRPr/>
          </a:p>
        </p:txBody>
      </p:sp>
      <p:sp>
        <p:nvSpPr>
          <p:cNvPr id="67" name="Google Shape;67;p9"/>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1600"/>
              </a:spcBef>
              <a:spcAft>
                <a:spcPts val="0"/>
              </a:spcAft>
              <a:buSzPts val="1100"/>
              <a:buChar char="○"/>
              <a:defRPr/>
            </a:lvl2pPr>
            <a:lvl3pPr marL="1371600" lvl="2" indent="-298450" algn="l">
              <a:lnSpc>
                <a:spcPct val="115000"/>
              </a:lnSpc>
              <a:spcBef>
                <a:spcPts val="1600"/>
              </a:spcBef>
              <a:spcAft>
                <a:spcPts val="0"/>
              </a:spcAft>
              <a:buSzPts val="1100"/>
              <a:buChar char="■"/>
              <a:defRPr/>
            </a:lvl3pPr>
            <a:lvl4pPr marL="1828800" lvl="3" indent="-298450" algn="l">
              <a:lnSpc>
                <a:spcPct val="115000"/>
              </a:lnSpc>
              <a:spcBef>
                <a:spcPts val="1600"/>
              </a:spcBef>
              <a:spcAft>
                <a:spcPts val="0"/>
              </a:spcAft>
              <a:buSzPts val="1100"/>
              <a:buChar char="●"/>
              <a:defRPr/>
            </a:lvl4pPr>
            <a:lvl5pPr marL="2286000" lvl="4" indent="-298450" algn="l">
              <a:lnSpc>
                <a:spcPct val="115000"/>
              </a:lnSpc>
              <a:spcBef>
                <a:spcPts val="1600"/>
              </a:spcBef>
              <a:spcAft>
                <a:spcPts val="0"/>
              </a:spcAft>
              <a:buSzPts val="1100"/>
              <a:buChar char="○"/>
              <a:defRPr/>
            </a:lvl5pPr>
            <a:lvl6pPr marL="2743200" lvl="5" indent="-298450" algn="l">
              <a:lnSpc>
                <a:spcPct val="115000"/>
              </a:lnSpc>
              <a:spcBef>
                <a:spcPts val="1600"/>
              </a:spcBef>
              <a:spcAft>
                <a:spcPts val="0"/>
              </a:spcAft>
              <a:buSzPts val="1100"/>
              <a:buChar char="■"/>
              <a:defRPr/>
            </a:lvl6pPr>
            <a:lvl7pPr marL="3200400" lvl="6" indent="-298450" algn="l">
              <a:lnSpc>
                <a:spcPct val="115000"/>
              </a:lnSpc>
              <a:spcBef>
                <a:spcPts val="1600"/>
              </a:spcBef>
              <a:spcAft>
                <a:spcPts val="0"/>
              </a:spcAft>
              <a:buSzPts val="1100"/>
              <a:buChar char="●"/>
              <a:defRPr/>
            </a:lvl7pPr>
            <a:lvl8pPr marL="3657600" lvl="7" indent="-298450" algn="l">
              <a:lnSpc>
                <a:spcPct val="115000"/>
              </a:lnSpc>
              <a:spcBef>
                <a:spcPts val="1600"/>
              </a:spcBef>
              <a:spcAft>
                <a:spcPts val="0"/>
              </a:spcAft>
              <a:buSzPts val="1100"/>
              <a:buChar char="○"/>
              <a:defRPr/>
            </a:lvl8pPr>
            <a:lvl9pPr marL="4114800" lvl="8" indent="-298450" algn="l">
              <a:lnSpc>
                <a:spcPct val="115000"/>
              </a:lnSpc>
              <a:spcBef>
                <a:spcPts val="1600"/>
              </a:spcBef>
              <a:spcAft>
                <a:spcPts val="160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sp>
        <p:nvSpPr>
          <p:cNvPr id="77" name="Google Shape;77;p11"/>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1600"/>
              </a:spcBef>
              <a:spcAft>
                <a:spcPts val="0"/>
              </a:spcAft>
              <a:buClr>
                <a:schemeClr val="lt1"/>
              </a:buClr>
              <a:buSzPts val="1100"/>
              <a:buChar char="○"/>
              <a:defRPr>
                <a:solidFill>
                  <a:schemeClr val="lt1"/>
                </a:solidFill>
              </a:defRPr>
            </a:lvl2pPr>
            <a:lvl3pPr marL="1371600" lvl="2" indent="-298450" algn="l">
              <a:lnSpc>
                <a:spcPct val="115000"/>
              </a:lnSpc>
              <a:spcBef>
                <a:spcPts val="1600"/>
              </a:spcBef>
              <a:spcAft>
                <a:spcPts val="0"/>
              </a:spcAft>
              <a:buClr>
                <a:schemeClr val="lt1"/>
              </a:buClr>
              <a:buSzPts val="1100"/>
              <a:buChar char="■"/>
              <a:defRPr>
                <a:solidFill>
                  <a:schemeClr val="lt1"/>
                </a:solidFill>
              </a:defRPr>
            </a:lvl3pPr>
            <a:lvl4pPr marL="1828800" lvl="3" indent="-298450" algn="l">
              <a:lnSpc>
                <a:spcPct val="115000"/>
              </a:lnSpc>
              <a:spcBef>
                <a:spcPts val="1600"/>
              </a:spcBef>
              <a:spcAft>
                <a:spcPts val="0"/>
              </a:spcAft>
              <a:buClr>
                <a:schemeClr val="lt1"/>
              </a:buClr>
              <a:buSzPts val="1100"/>
              <a:buChar char="●"/>
              <a:defRPr>
                <a:solidFill>
                  <a:schemeClr val="lt1"/>
                </a:solidFill>
              </a:defRPr>
            </a:lvl4pPr>
            <a:lvl5pPr marL="2286000" lvl="4" indent="-298450" algn="l">
              <a:lnSpc>
                <a:spcPct val="115000"/>
              </a:lnSpc>
              <a:spcBef>
                <a:spcPts val="1600"/>
              </a:spcBef>
              <a:spcAft>
                <a:spcPts val="0"/>
              </a:spcAft>
              <a:buClr>
                <a:schemeClr val="lt1"/>
              </a:buClr>
              <a:buSzPts val="1100"/>
              <a:buChar char="○"/>
              <a:defRPr>
                <a:solidFill>
                  <a:schemeClr val="lt1"/>
                </a:solidFill>
              </a:defRPr>
            </a:lvl5pPr>
            <a:lvl6pPr marL="2743200" lvl="5" indent="-298450" algn="l">
              <a:lnSpc>
                <a:spcPct val="115000"/>
              </a:lnSpc>
              <a:spcBef>
                <a:spcPts val="1600"/>
              </a:spcBef>
              <a:spcAft>
                <a:spcPts val="0"/>
              </a:spcAft>
              <a:buClr>
                <a:schemeClr val="lt1"/>
              </a:buClr>
              <a:buSzPts val="1100"/>
              <a:buChar char="■"/>
              <a:defRPr>
                <a:solidFill>
                  <a:schemeClr val="lt1"/>
                </a:solidFill>
              </a:defRPr>
            </a:lvl6pPr>
            <a:lvl7pPr marL="3200400" lvl="6" indent="-298450" algn="l">
              <a:lnSpc>
                <a:spcPct val="115000"/>
              </a:lnSpc>
              <a:spcBef>
                <a:spcPts val="1600"/>
              </a:spcBef>
              <a:spcAft>
                <a:spcPts val="0"/>
              </a:spcAft>
              <a:buClr>
                <a:schemeClr val="lt1"/>
              </a:buClr>
              <a:buSzPts val="1100"/>
              <a:buChar char="●"/>
              <a:defRPr>
                <a:solidFill>
                  <a:schemeClr val="lt1"/>
                </a:solidFill>
              </a:defRPr>
            </a:lvl7pPr>
            <a:lvl8pPr marL="3657600" lvl="7" indent="-298450" algn="l">
              <a:lnSpc>
                <a:spcPct val="115000"/>
              </a:lnSpc>
              <a:spcBef>
                <a:spcPts val="1600"/>
              </a:spcBef>
              <a:spcAft>
                <a:spcPts val="0"/>
              </a:spcAft>
              <a:buClr>
                <a:schemeClr val="lt1"/>
              </a:buClr>
              <a:buSzPts val="1100"/>
              <a:buChar char="○"/>
              <a:defRPr>
                <a:solidFill>
                  <a:schemeClr val="lt1"/>
                </a:solidFill>
              </a:defRPr>
            </a:lvl8pPr>
            <a:lvl9pPr marL="4114800" lvl="8" indent="-298450" algn="l">
              <a:lnSpc>
                <a:spcPct val="115000"/>
              </a:lnSpc>
              <a:spcBef>
                <a:spcPts val="1600"/>
              </a:spcBef>
              <a:spcAft>
                <a:spcPts val="160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1pPr>
            <a:lvl2pPr marR="0" lvl="1"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2pPr>
            <a:lvl3pPr marR="0" lvl="2"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3pPr>
            <a:lvl4pPr marR="0" lvl="3"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4pPr>
            <a:lvl5pPr marR="0" lvl="4"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5pPr>
            <a:lvl6pPr marR="0" lvl="5"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6pPr>
            <a:lvl7pPr marR="0" lvl="6"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7pPr>
            <a:lvl8pPr marR="0" lvl="7"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8pPr>
            <a:lvl9pPr marR="0" lvl="8" algn="l" rtl="0">
              <a:lnSpc>
                <a:spcPct val="100000"/>
              </a:lnSpc>
              <a:spcBef>
                <a:spcPts val="0"/>
              </a:spcBef>
              <a:spcAft>
                <a:spcPts val="0"/>
              </a:spcAft>
              <a:buClr>
                <a:srgbClr val="000000"/>
              </a:buClr>
              <a:buSzPts val="2800"/>
              <a:buFont typeface="Raleway"/>
              <a:buNone/>
              <a:defRPr sz="2800" b="1" i="0" u="none" strike="noStrike" cap="none">
                <a:solidFill>
                  <a:srgbClr val="000000"/>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160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1600"/>
              </a:spcBef>
              <a:spcAft>
                <a:spcPts val="160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nanthashayan.2002011@srec.ac.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mailto:lalithkumar.2002117@srec.ac.in" TargetMode="External"/><Relationship Id="rId4" Type="http://schemas.openxmlformats.org/officeDocument/2006/relationships/hyperlink" Target="mailto:harshavardhan.2002046@srec.ac.in"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49"/>
            <a:ext cx="7688100" cy="3374241"/>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4200"/>
              <a:buNone/>
            </a:pPr>
            <a:endParaRPr sz="3000" dirty="0"/>
          </a:p>
          <a:p>
            <a:pPr marL="0" lvl="0" indent="0" algn="l" rtl="0">
              <a:spcBef>
                <a:spcPts val="0"/>
              </a:spcBef>
              <a:spcAft>
                <a:spcPts val="0"/>
              </a:spcAft>
              <a:buClr>
                <a:srgbClr val="000000"/>
              </a:buClr>
              <a:buSzPts val="1400"/>
              <a:buFont typeface="Arial"/>
              <a:buNone/>
            </a:pPr>
            <a:r>
              <a:rPr lang="en-GB" sz="1800" b="0" dirty="0">
                <a:solidFill>
                  <a:srgbClr val="000000"/>
                </a:solidFill>
                <a:latin typeface="Lato"/>
                <a:ea typeface="Lato"/>
                <a:cs typeface="Lato"/>
                <a:sym typeface="Lato"/>
              </a:rPr>
              <a:t>  Team Name : </a:t>
            </a:r>
            <a:endParaRPr sz="1800" b="0" dirty="0">
              <a:solidFill>
                <a:srgbClr val="000000"/>
              </a:solidFill>
              <a:latin typeface="Lato"/>
              <a:ea typeface="Lato"/>
              <a:cs typeface="Lato"/>
              <a:sym typeface="Lato"/>
            </a:endParaRPr>
          </a:p>
          <a:p>
            <a:pPr marL="0" lvl="0" indent="0" algn="l" rtl="0">
              <a:spcBef>
                <a:spcPts val="0"/>
              </a:spcBef>
              <a:spcAft>
                <a:spcPts val="0"/>
              </a:spcAft>
              <a:buClr>
                <a:srgbClr val="000000"/>
              </a:buClr>
              <a:buSzPts val="1400"/>
              <a:buFont typeface="Arial"/>
              <a:buNone/>
            </a:pPr>
            <a:r>
              <a:rPr lang="en-GB" sz="1800" b="0" dirty="0">
                <a:solidFill>
                  <a:srgbClr val="000000"/>
                </a:solidFill>
                <a:latin typeface="Lato"/>
                <a:ea typeface="Lato"/>
                <a:cs typeface="Lato"/>
                <a:sym typeface="Lato"/>
              </a:rPr>
              <a:t>  Team Captain Name: Ananthashayan.S </a:t>
            </a:r>
            <a:endParaRPr sz="1800" b="0" dirty="0">
              <a:solidFill>
                <a:srgbClr val="000000"/>
              </a:solidFill>
              <a:latin typeface="Lato"/>
              <a:ea typeface="Lato"/>
              <a:cs typeface="Lato"/>
              <a:sym typeface="Lato"/>
            </a:endParaRPr>
          </a:p>
          <a:p>
            <a:pPr marL="0" lvl="0" indent="0" algn="l" rtl="0">
              <a:spcBef>
                <a:spcPts val="0"/>
              </a:spcBef>
              <a:spcAft>
                <a:spcPts val="0"/>
              </a:spcAft>
              <a:buClr>
                <a:srgbClr val="000000"/>
              </a:buClr>
              <a:buSzPts val="1400"/>
              <a:buFont typeface="Arial"/>
              <a:buNone/>
            </a:pPr>
            <a:r>
              <a:rPr lang="en-GB" sz="1800" b="0" dirty="0">
                <a:solidFill>
                  <a:srgbClr val="000000"/>
                </a:solidFill>
                <a:latin typeface="Lato"/>
                <a:ea typeface="Lato"/>
                <a:cs typeface="Lato"/>
                <a:sym typeface="Lato"/>
              </a:rPr>
              <a:t>  Team Captain Mobile No: 9994850136</a:t>
            </a:r>
            <a:endParaRPr sz="1800" b="0" dirty="0">
              <a:solidFill>
                <a:srgbClr val="000000"/>
              </a:solidFill>
              <a:latin typeface="Lato"/>
              <a:ea typeface="Lato"/>
              <a:cs typeface="Lato"/>
              <a:sym typeface="Lato"/>
            </a:endParaRPr>
          </a:p>
          <a:p>
            <a:pPr marL="0" lvl="0" indent="0" algn="l" rtl="0">
              <a:spcBef>
                <a:spcPts val="0"/>
              </a:spcBef>
              <a:spcAft>
                <a:spcPts val="0"/>
              </a:spcAft>
              <a:buClr>
                <a:srgbClr val="000000"/>
              </a:buClr>
              <a:buSzPts val="1400"/>
              <a:buFont typeface="Arial"/>
              <a:buNone/>
            </a:pPr>
            <a:r>
              <a:rPr lang="en-GB" sz="1800" b="0" dirty="0">
                <a:solidFill>
                  <a:srgbClr val="000000"/>
                </a:solidFill>
                <a:latin typeface="Lato"/>
                <a:ea typeface="Lato"/>
                <a:cs typeface="Lato"/>
                <a:sym typeface="Lato"/>
              </a:rPr>
              <a:t>  Team Captain Email : </a:t>
            </a:r>
            <a:r>
              <a:rPr lang="en-GB" sz="1800" b="0" dirty="0">
                <a:solidFill>
                  <a:srgbClr val="000000"/>
                </a:solidFill>
                <a:latin typeface="Lato"/>
                <a:ea typeface="Lato"/>
                <a:cs typeface="Lato"/>
                <a:sym typeface="Lato"/>
                <a:hlinkClick r:id="rId3"/>
              </a:rPr>
              <a:t>ananthashayan.2002011@srec.ac.in</a:t>
            </a:r>
            <a:br>
              <a:rPr lang="en-GB" sz="1800" b="0" dirty="0">
                <a:solidFill>
                  <a:srgbClr val="000000"/>
                </a:solidFill>
                <a:latin typeface="Lato"/>
                <a:ea typeface="Lato"/>
                <a:cs typeface="Lato"/>
                <a:sym typeface="Lato"/>
              </a:rPr>
            </a:br>
            <a:r>
              <a:rPr lang="en-GB" sz="1800" b="0" dirty="0">
                <a:solidFill>
                  <a:srgbClr val="000000"/>
                </a:solidFill>
                <a:latin typeface="Lato"/>
                <a:ea typeface="Lato"/>
                <a:cs typeface="Lato"/>
                <a:sym typeface="Lato"/>
              </a:rPr>
              <a:t>  No of Team members : 4</a:t>
            </a:r>
            <a:endParaRPr sz="1800" b="0" dirty="0">
              <a:solidFill>
                <a:srgbClr val="000000"/>
              </a:solidFill>
              <a:latin typeface="Lato"/>
              <a:ea typeface="Lato"/>
              <a:cs typeface="Lato"/>
              <a:sym typeface="Lato"/>
            </a:endParaRPr>
          </a:p>
          <a:p>
            <a:pPr marL="0" lvl="0" indent="0" algn="l" rtl="0">
              <a:spcBef>
                <a:spcPts val="0"/>
              </a:spcBef>
              <a:spcAft>
                <a:spcPts val="0"/>
              </a:spcAft>
              <a:buClr>
                <a:srgbClr val="000000"/>
              </a:buClr>
              <a:buSzPts val="1400"/>
              <a:buFont typeface="Arial"/>
              <a:buNone/>
            </a:pPr>
            <a:r>
              <a:rPr lang="en-GB" sz="1800" b="0" dirty="0">
                <a:solidFill>
                  <a:srgbClr val="000000"/>
                </a:solidFill>
                <a:latin typeface="Lato"/>
                <a:ea typeface="Lato"/>
                <a:cs typeface="Lato"/>
                <a:sym typeface="Lato"/>
              </a:rPr>
              <a:t>  Team Details: Ananthashayan.S    – </a:t>
            </a:r>
            <a:r>
              <a:rPr lang="en-GB" sz="1800" b="0" dirty="0">
                <a:solidFill>
                  <a:srgbClr val="000000"/>
                </a:solidFill>
                <a:latin typeface="Lato"/>
                <a:ea typeface="Lato"/>
                <a:cs typeface="Lato"/>
                <a:sym typeface="Lato"/>
                <a:hlinkClick r:id="rId3"/>
              </a:rPr>
              <a:t>ananthashayan.2002011@srec.ac.in</a:t>
            </a:r>
            <a:br>
              <a:rPr lang="en-GB" sz="1800" b="0" dirty="0">
                <a:solidFill>
                  <a:srgbClr val="000000"/>
                </a:solidFill>
                <a:latin typeface="Lato"/>
                <a:ea typeface="Lato"/>
                <a:cs typeface="Lato"/>
                <a:sym typeface="Lato"/>
              </a:rPr>
            </a:br>
            <a:r>
              <a:rPr lang="en-GB" sz="1800" b="0" dirty="0">
                <a:solidFill>
                  <a:srgbClr val="000000"/>
                </a:solidFill>
                <a:latin typeface="Lato"/>
                <a:ea typeface="Lato"/>
                <a:cs typeface="Lato"/>
                <a:sym typeface="Lato"/>
              </a:rPr>
              <a:t>                          Harshavardhan.C.K – </a:t>
            </a:r>
            <a:r>
              <a:rPr lang="en-GB" sz="1800" b="0" dirty="0">
                <a:solidFill>
                  <a:srgbClr val="000000"/>
                </a:solidFill>
                <a:latin typeface="Lato"/>
                <a:ea typeface="Lato"/>
                <a:cs typeface="Lato"/>
                <a:sym typeface="Lato"/>
                <a:hlinkClick r:id="rId4"/>
              </a:rPr>
              <a:t>harshavardhan.2002046@srec.ac.in</a:t>
            </a:r>
            <a:br>
              <a:rPr lang="en-GB" sz="1800" b="0" dirty="0">
                <a:solidFill>
                  <a:srgbClr val="000000"/>
                </a:solidFill>
                <a:latin typeface="Lato"/>
                <a:ea typeface="Lato"/>
                <a:cs typeface="Lato"/>
                <a:sym typeface="Lato"/>
              </a:rPr>
            </a:br>
            <a:r>
              <a:rPr lang="en-GB" sz="1800" b="0" dirty="0">
                <a:solidFill>
                  <a:srgbClr val="000000"/>
                </a:solidFill>
                <a:latin typeface="Lato"/>
                <a:ea typeface="Lato"/>
                <a:cs typeface="Lato"/>
                <a:sym typeface="Lato"/>
              </a:rPr>
              <a:t>                          Lalith Kumar. S        – </a:t>
            </a:r>
            <a:r>
              <a:rPr lang="en-GB" sz="1800" b="0" dirty="0">
                <a:solidFill>
                  <a:srgbClr val="000000"/>
                </a:solidFill>
                <a:latin typeface="Lato"/>
                <a:ea typeface="Lato"/>
                <a:cs typeface="Lato"/>
                <a:sym typeface="Lato"/>
                <a:hlinkClick r:id="rId5"/>
              </a:rPr>
              <a:t>lalithkumar.2002117@srec.ac.in</a:t>
            </a:r>
            <a:br>
              <a:rPr lang="en-GB" sz="1800" b="0" dirty="0">
                <a:solidFill>
                  <a:srgbClr val="000000"/>
                </a:solidFill>
                <a:latin typeface="Lato"/>
                <a:ea typeface="Lato"/>
                <a:cs typeface="Lato"/>
                <a:sym typeface="Lato"/>
              </a:rPr>
            </a:br>
            <a:r>
              <a:rPr lang="en-GB" sz="1800" b="0" dirty="0">
                <a:solidFill>
                  <a:srgbClr val="000000"/>
                </a:solidFill>
                <a:latin typeface="Lato"/>
                <a:ea typeface="Lato"/>
                <a:cs typeface="Lato"/>
                <a:sym typeface="Lato"/>
              </a:rPr>
              <a:t>                          Manikandan.M.S.V  – manikandan.2002121@srec.ac.in</a:t>
            </a: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35581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GB" sz="3000" dirty="0">
                <a:solidFill>
                  <a:srgbClr val="000000"/>
                </a:solidFill>
                <a:highlight>
                  <a:srgbClr val="FFFFFF"/>
                </a:highlight>
              </a:rPr>
              <a:t>Domain chosen: Health Care</a:t>
            </a:r>
            <a:endParaRPr sz="3000" dirty="0">
              <a:solidFill>
                <a:srgbClr val="000000"/>
              </a:solidFill>
              <a:highlight>
                <a:srgbClr val="FFFFFF"/>
              </a:highlight>
            </a:endParaRPr>
          </a:p>
          <a:p>
            <a:pPr marL="0" lvl="0" indent="0" algn="l" rtl="0">
              <a:lnSpc>
                <a:spcPct val="100000"/>
              </a:lnSpc>
              <a:spcBef>
                <a:spcPts val="0"/>
              </a:spcBef>
              <a:spcAft>
                <a:spcPts val="0"/>
              </a:spcAft>
              <a:buSzPts val="2600"/>
              <a:buNone/>
            </a:pPr>
            <a:endParaRPr sz="3000" dirty="0">
              <a:solidFill>
                <a:srgbClr val="000000"/>
              </a:solidFill>
              <a:highlight>
                <a:srgbClr val="FFFFFF"/>
              </a:highlight>
            </a:endParaRPr>
          </a:p>
          <a:p>
            <a:pPr marL="0" lvl="0" indent="0" algn="ctr" rtl="0">
              <a:lnSpc>
                <a:spcPct val="100000"/>
              </a:lnSpc>
              <a:spcBef>
                <a:spcPts val="0"/>
              </a:spcBef>
              <a:spcAft>
                <a:spcPts val="0"/>
              </a:spcAft>
              <a:buSzPts val="2600"/>
              <a:buNone/>
            </a:pPr>
            <a:br>
              <a:rPr lang="en-GB" sz="3000" dirty="0">
                <a:solidFill>
                  <a:srgbClr val="000000"/>
                </a:solidFill>
                <a:highlight>
                  <a:srgbClr val="FFFFFF"/>
                </a:highlight>
              </a:rPr>
            </a:br>
            <a:br>
              <a:rPr lang="en-GB" sz="3000" dirty="0">
                <a:solidFill>
                  <a:srgbClr val="000000"/>
                </a:solidFill>
                <a:highlight>
                  <a:srgbClr val="FFFFFF"/>
                </a:highlight>
              </a:rPr>
            </a:br>
            <a:r>
              <a:rPr lang="en-GB" sz="3000" dirty="0">
                <a:solidFill>
                  <a:srgbClr val="000000"/>
                </a:solidFill>
                <a:highlight>
                  <a:srgbClr val="FFFFFF"/>
                </a:highlight>
              </a:rPr>
              <a:t>Problem Statement ? </a:t>
            </a:r>
            <a:br>
              <a:rPr lang="en-GB" sz="3000" dirty="0">
                <a:solidFill>
                  <a:srgbClr val="000000"/>
                </a:solidFill>
                <a:highlight>
                  <a:srgbClr val="FFFFFF"/>
                </a:highlight>
              </a:rPr>
            </a:br>
            <a:r>
              <a:rPr lang="en-GB" sz="3000" dirty="0">
                <a:solidFill>
                  <a:srgbClr val="000000"/>
                </a:solidFill>
                <a:highlight>
                  <a:srgbClr val="FFFFFF"/>
                </a:highlight>
              </a:rPr>
              <a:t>    </a:t>
            </a:r>
            <a:r>
              <a:rPr lang="en-US" sz="1800" b="1" i="0" u="none" strike="noStrike" dirty="0">
                <a:solidFill>
                  <a:srgbClr val="202429"/>
                </a:solidFill>
                <a:effectLst/>
                <a:latin typeface="Calibri" panose="020F0502020204030204" pitchFamily="34" charset="0"/>
              </a:rPr>
              <a:t>To Develop a technology-based solution for Kids, Senior citizens who need          supervision in crossing a specified boundary </a:t>
            </a:r>
            <a:br>
              <a:rPr lang="en-US" sz="2000" b="0" dirty="0">
                <a:effectLst/>
              </a:rPr>
            </a:br>
            <a:br>
              <a:rPr lang="en-US" sz="2000" dirty="0"/>
            </a:br>
            <a:endParaRPr sz="3000" dirty="0">
              <a:solidFill>
                <a:srgbClr val="000000"/>
              </a:solidFill>
              <a:highlight>
                <a:srgbClr val="FFFFFF"/>
              </a:highlight>
            </a:endParaRPr>
          </a:p>
          <a:p>
            <a:pPr marL="0" lvl="0" indent="0" algn="l" rtl="0">
              <a:lnSpc>
                <a:spcPct val="100000"/>
              </a:lnSpc>
              <a:spcBef>
                <a:spcPts val="0"/>
              </a:spcBef>
              <a:spcAft>
                <a:spcPts val="0"/>
              </a:spcAft>
              <a:buSzPts val="2600"/>
              <a:buNone/>
            </a:pPr>
            <a:endParaRPr sz="3000" dirty="0"/>
          </a:p>
          <a:p>
            <a:pPr marL="0" lvl="0" indent="0" algn="l" rtl="0">
              <a:lnSpc>
                <a:spcPct val="100000"/>
              </a:lnSpc>
              <a:spcBef>
                <a:spcPts val="0"/>
              </a:spcBef>
              <a:spcAft>
                <a:spcPts val="0"/>
              </a:spcAft>
              <a:buSzPts val="2600"/>
              <a:buNone/>
            </a:pPr>
            <a:endParaRPr sz="3000" dirty="0"/>
          </a:p>
          <a:p>
            <a:pPr marL="0" lvl="0" indent="0" algn="l" rtl="0">
              <a:lnSpc>
                <a:spcPct val="100000"/>
              </a:lnSpc>
              <a:spcBef>
                <a:spcPts val="0"/>
              </a:spcBef>
              <a:spcAft>
                <a:spcPts val="0"/>
              </a:spcAft>
              <a:buSzPts val="2600"/>
              <a:buNone/>
            </a:pPr>
            <a:endParaRPr sz="3000" dirty="0"/>
          </a:p>
          <a:p>
            <a:pPr marL="0" lvl="0" indent="0" algn="l" rtl="0">
              <a:lnSpc>
                <a:spcPct val="100000"/>
              </a:lnSpc>
              <a:spcBef>
                <a:spcPts val="0"/>
              </a:spcBef>
              <a:spcAft>
                <a:spcPts val="0"/>
              </a:spcAft>
              <a:buSzPts val="2600"/>
              <a:buNone/>
            </a:pPr>
            <a:endParaRPr sz="3000" dirty="0"/>
          </a:p>
          <a:p>
            <a:pPr marL="0" lvl="0" indent="0" algn="l" rtl="0">
              <a:lnSpc>
                <a:spcPct val="100000"/>
              </a:lnSpc>
              <a:spcBef>
                <a:spcPts val="0"/>
              </a:spcBef>
              <a:spcAft>
                <a:spcPts val="0"/>
              </a:spcAft>
              <a:buSzPts val="2600"/>
              <a:buNone/>
            </a:pPr>
            <a:endParaRPr sz="3000" dirty="0"/>
          </a:p>
          <a:p>
            <a:pPr marL="0" lvl="0" indent="0" algn="l" rtl="0">
              <a:lnSpc>
                <a:spcPct val="100000"/>
              </a:lnSpc>
              <a:spcBef>
                <a:spcPts val="0"/>
              </a:spcBef>
              <a:spcAft>
                <a:spcPts val="0"/>
              </a:spcAft>
              <a:buSzPts val="2600"/>
              <a:buNone/>
            </a:pPr>
            <a:endParaRPr sz="3000" dirty="0"/>
          </a:p>
          <a:p>
            <a:pPr marL="0" lvl="0" indent="0" algn="l" rtl="0">
              <a:lnSpc>
                <a:spcPct val="100000"/>
              </a:lnSpc>
              <a:spcBef>
                <a:spcPts val="0"/>
              </a:spcBef>
              <a:spcAft>
                <a:spcPts val="0"/>
              </a:spcAft>
              <a:buSzPts val="2600"/>
              <a:buNone/>
            </a:pPr>
            <a:endParaRPr sz="3000" dirty="0">
              <a:solidFill>
                <a:srgbClr val="000000"/>
              </a:solidFill>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727650" y="194733"/>
            <a:ext cx="7688700" cy="4842087"/>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SzPts val="2600"/>
              <a:buNone/>
            </a:pPr>
            <a:r>
              <a:rPr lang="en-GB" sz="3000" dirty="0">
                <a:solidFill>
                  <a:srgbClr val="000000"/>
                </a:solidFill>
                <a:highlight>
                  <a:srgbClr val="FFFFFF"/>
                </a:highlight>
              </a:rPr>
              <a:t>Idea/Solution!</a:t>
            </a:r>
            <a:br>
              <a:rPr lang="en-GB" sz="3000" dirty="0">
                <a:solidFill>
                  <a:srgbClr val="000000"/>
                </a:solidFill>
                <a:highlight>
                  <a:srgbClr val="FFFFFF"/>
                </a:highlight>
              </a:rPr>
            </a:br>
            <a:r>
              <a:rPr lang="en-GB" sz="1600" dirty="0" err="1">
                <a:solidFill>
                  <a:schemeClr val="bg2"/>
                </a:solidFill>
                <a:highlight>
                  <a:srgbClr val="FFFFFF"/>
                </a:highlight>
              </a:rPr>
              <a:t>VSupervisor</a:t>
            </a:r>
            <a:r>
              <a:rPr lang="en-GB" sz="1600" dirty="0">
                <a:solidFill>
                  <a:schemeClr val="bg2"/>
                </a:solidFill>
                <a:highlight>
                  <a:srgbClr val="FFFFFF"/>
                </a:highlight>
              </a:rPr>
              <a:t>(Virtual Fence) is my solution for the above problem statement which has features like GPS Tracking, GeoFencing, Health Monitoring, Analytics and Low cost. </a:t>
            </a:r>
            <a:r>
              <a:rPr lang="en-GB" sz="1600" dirty="0" err="1">
                <a:solidFill>
                  <a:schemeClr val="bg2"/>
                </a:solidFill>
                <a:highlight>
                  <a:srgbClr val="FFFFFF"/>
                </a:highlight>
              </a:rPr>
              <a:t>VSupervisor</a:t>
            </a:r>
            <a:r>
              <a:rPr lang="en-GB" sz="1600" dirty="0">
                <a:solidFill>
                  <a:schemeClr val="bg2"/>
                </a:solidFill>
                <a:highlight>
                  <a:srgbClr val="FFFFFF"/>
                </a:highlight>
              </a:rPr>
              <a:t> is GPS tracking device backed by helium LongFi Network with an accompanying mobile app. We are creating a </a:t>
            </a:r>
            <a:r>
              <a:rPr lang="en-GB" sz="1600" dirty="0" err="1">
                <a:solidFill>
                  <a:schemeClr val="bg2"/>
                </a:solidFill>
                <a:highlight>
                  <a:srgbClr val="FFFFFF"/>
                </a:highlight>
              </a:rPr>
              <a:t>VSupervisor</a:t>
            </a:r>
            <a:r>
              <a:rPr lang="en-GB" sz="1600" dirty="0">
                <a:solidFill>
                  <a:schemeClr val="bg2"/>
                </a:solidFill>
                <a:highlight>
                  <a:srgbClr val="FFFFFF"/>
                </a:highlight>
              </a:rPr>
              <a:t> using a Helium Network peer to peer wireless network that provides a secure and cost-effective way for low power Internet of Things devices to send data to and from the Internet.</a:t>
            </a:r>
            <a:r>
              <a:rPr lang="en-US" sz="1600" i="0" dirty="0">
                <a:solidFill>
                  <a:schemeClr val="bg2"/>
                </a:solidFill>
                <a:latin typeface="Raleway" panose="020B0604020202020204" pitchFamily="2" charset="0"/>
              </a:rPr>
              <a:t> </a:t>
            </a:r>
            <a:r>
              <a:rPr lang="en-US" sz="1600" i="0" dirty="0">
                <a:solidFill>
                  <a:schemeClr val="bg2"/>
                </a:solidFill>
                <a:latin typeface="Raleway" panose="020B0604020202020204" pitchFamily="2" charset="0"/>
                <a:ea typeface="Lato" panose="020F0502020204030203" pitchFamily="34" charset="0"/>
                <a:cs typeface="Lato" panose="020F0502020204030203" pitchFamily="34" charset="0"/>
              </a:rPr>
              <a:t>Its basically a Virtual Fence created </a:t>
            </a:r>
            <a:r>
              <a:rPr lang="en-US" sz="1600" dirty="0">
                <a:solidFill>
                  <a:schemeClr val="bg2"/>
                </a:solidFill>
                <a:latin typeface="Raleway" panose="020B0604020202020204" pitchFamily="2" charset="0"/>
                <a:ea typeface="Lato" panose="020F0502020204030203" pitchFamily="34" charset="0"/>
                <a:cs typeface="Lato" panose="020F0502020204030203" pitchFamily="34" charset="0"/>
              </a:rPr>
              <a:t>at a certain boundary from the persons place of living and its connected to the mobile app, the app has all the required features which can be altered and monitored through the app. The device consists of the GPS and Health Monitoring sensors. If a person  (Kids/Senior Citizens) exceeds certain limits say 10metres the device in the patients hand or leg will indicate it to them and also to the person responsible for them. It work very accurate due to presence of Helium and LORAWAN. We can Supervise the individuals if they cross the specified boundary.</a:t>
            </a:r>
            <a:endParaRPr sz="1600" dirty="0">
              <a:solidFill>
                <a:schemeClr val="bg2"/>
              </a:solidFill>
              <a:latin typeface="Raleway" panose="020B0604020202020204" pitchFamily="2" charset="0"/>
              <a:ea typeface="Lato" panose="020F0502020204030203" pitchFamily="34" charset="0"/>
              <a:cs typeface="Lato" panose="020F0502020204030203" pitchFamily="34" charset="0"/>
            </a:endParaRPr>
          </a:p>
        </p:txBody>
      </p:sp>
      <p:sp>
        <p:nvSpPr>
          <p:cNvPr id="98" name="Google Shape;98;p15"/>
          <p:cNvSpPr txBox="1">
            <a:spLocks noGrp="1"/>
          </p:cNvSpPr>
          <p:nvPr>
            <p:ph type="body" idx="1"/>
          </p:nvPr>
        </p:nvSpPr>
        <p:spPr>
          <a:xfrm>
            <a:off x="727650" y="263236"/>
            <a:ext cx="7688700" cy="477358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300"/>
              <a:buNone/>
            </a:pPr>
            <a:endParaRPr sz="1100" b="1" dirty="0">
              <a:solidFill>
                <a:srgbClr val="000000"/>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SzPts val="1300"/>
              <a:buNone/>
            </a:pPr>
            <a:endParaRPr sz="1500" dirty="0">
              <a:solidFill>
                <a:srgbClr val="000000"/>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SzPts val="1300"/>
              <a:buNone/>
            </a:pPr>
            <a:endParaRPr sz="1100" b="1" dirty="0">
              <a:solidFill>
                <a:srgbClr val="000000"/>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SzPts val="1300"/>
              <a:buNone/>
            </a:pPr>
            <a:endParaRPr lang="en-IN" sz="1100" b="1" dirty="0">
              <a:solidFill>
                <a:srgbClr val="000000"/>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SzPts val="1300"/>
              <a:buNone/>
            </a:pPr>
            <a:endParaRPr lang="en-IN" sz="1100" b="1" dirty="0">
              <a:solidFill>
                <a:srgbClr val="000000"/>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SzPts val="1300"/>
              <a:buNone/>
            </a:pPr>
            <a:endParaRPr sz="1100" b="1" dirty="0">
              <a:solidFill>
                <a:srgbClr val="000000"/>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SzPts val="1300"/>
              <a:buNone/>
            </a:pPr>
            <a:endParaRPr sz="1100" b="1" dirty="0">
              <a:solidFill>
                <a:srgbClr val="000000"/>
              </a:solidFill>
              <a:highlight>
                <a:srgbClr val="FFFFFF"/>
              </a:highlight>
              <a:latin typeface="Times New Roman"/>
              <a:ea typeface="Times New Roman"/>
              <a:cs typeface="Times New Roman"/>
              <a:sym typeface="Times New Roman"/>
            </a:endParaRPr>
          </a:p>
          <a:p>
            <a:pPr marL="0" lvl="0" indent="0" algn="l" rtl="0">
              <a:lnSpc>
                <a:spcPct val="115000"/>
              </a:lnSpc>
              <a:spcBef>
                <a:spcPts val="0"/>
              </a:spcBef>
              <a:spcAft>
                <a:spcPts val="0"/>
              </a:spcAft>
              <a:buSzPts val="1300"/>
              <a:buNone/>
            </a:pPr>
            <a:endParaRPr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DBF76-9DBA-4FF8-809C-0562BD7B4E44}"/>
              </a:ext>
            </a:extLst>
          </p:cNvPr>
          <p:cNvSpPr>
            <a:spLocks noGrp="1"/>
          </p:cNvSpPr>
          <p:nvPr>
            <p:ph type="title"/>
          </p:nvPr>
        </p:nvSpPr>
        <p:spPr>
          <a:xfrm>
            <a:off x="729450" y="1318650"/>
            <a:ext cx="7688400" cy="3314310"/>
          </a:xfrm>
        </p:spPr>
        <p:txBody>
          <a:bodyPr/>
          <a:lstStyle/>
          <a:p>
            <a:pPr algn="just"/>
            <a:r>
              <a:rPr lang="en-US" dirty="0"/>
              <a:t>Motivation</a:t>
            </a:r>
            <a:br>
              <a:rPr lang="en-US" dirty="0"/>
            </a:br>
            <a:r>
              <a:rPr lang="en-US" sz="1600" dirty="0"/>
              <a:t>The greatest motivation for us starts with what if the kids lost their way back home or a grandpa/grandma forget the address of their house. These are the factors which motivated us to give a particular device for the fearful parents and children to protect them. Nowadays Children are enthusiastic and they want to explore beyond the boundary this device helps both children and parents to make that happen. And as a senior citizen they often face the problem of forgetfulness in the old age which they forget very often is their name, address etc.. So this will be a very helpful tool to track that old agers exceeds the boundary. Not only tracking we can supervise the individual if they cross the limit. Thus, We propose this solution as responsible citizens of this country to create awareness about this major problem.</a:t>
            </a:r>
            <a:endParaRPr lang="en-IN" dirty="0"/>
          </a:p>
        </p:txBody>
      </p:sp>
    </p:spTree>
    <p:extLst>
      <p:ext uri="{BB962C8B-B14F-4D97-AF65-F5344CB8AC3E}">
        <p14:creationId xmlns:p14="http://schemas.microsoft.com/office/powerpoint/2010/main" val="3126617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7DD23-A422-48A9-8D73-A24C2C976CFD}"/>
              </a:ext>
            </a:extLst>
          </p:cNvPr>
          <p:cNvSpPr>
            <a:spLocks noGrp="1"/>
          </p:cNvSpPr>
          <p:nvPr>
            <p:ph type="title"/>
          </p:nvPr>
        </p:nvSpPr>
        <p:spPr>
          <a:xfrm>
            <a:off x="729450" y="1092200"/>
            <a:ext cx="8152083" cy="3606799"/>
          </a:xfrm>
        </p:spPr>
        <p:txBody>
          <a:bodyPr/>
          <a:lstStyle/>
          <a:p>
            <a:pPr algn="just"/>
            <a:r>
              <a:rPr lang="en-US" dirty="0"/>
              <a:t>Objective and scope</a:t>
            </a:r>
            <a:br>
              <a:rPr lang="en-US" dirty="0"/>
            </a:br>
            <a:r>
              <a:rPr lang="en-US" sz="1600" dirty="0"/>
              <a:t>Major Objectives of the </a:t>
            </a:r>
            <a:r>
              <a:rPr lang="en-US" sz="1600" dirty="0" err="1"/>
              <a:t>VSupervisor</a:t>
            </a:r>
            <a:r>
              <a:rPr lang="en-US" sz="1600" dirty="0"/>
              <a:t> is to supervise the kids, senior citizens who needs supervision if they cross certain limit, Then the </a:t>
            </a:r>
            <a:r>
              <a:rPr lang="en-US" sz="1600" dirty="0" err="1"/>
              <a:t>VSupervisor</a:t>
            </a:r>
            <a:r>
              <a:rPr lang="en-US" sz="1600" dirty="0"/>
              <a:t> can also monitor the important health aspects like water content, Heart rate etc..</a:t>
            </a:r>
            <a:br>
              <a:rPr lang="en-US" sz="1600" dirty="0"/>
            </a:br>
            <a:r>
              <a:rPr lang="en-US" sz="1600" dirty="0"/>
              <a:t>Our innovation lies in the concept of using Helium Network and LoRa in an sophisticated way to solve this problem. The cost is very effective thus it can be used by very large population in a country like India. Then the scope of the </a:t>
            </a:r>
            <a:r>
              <a:rPr lang="en-US" sz="1600" dirty="0" err="1"/>
              <a:t>VSupervisor</a:t>
            </a:r>
            <a:r>
              <a:rPr lang="en-US" sz="1600" dirty="0"/>
              <a:t> is very large like using the emerging technologies like Machine Learning, Artificial Intelligence we can improve this project of us into a futuristic product having all the required tools for parents and concerned person. Like having the data collected by </a:t>
            </a:r>
            <a:r>
              <a:rPr lang="en-US" sz="1600" dirty="0" err="1"/>
              <a:t>VSupervisor</a:t>
            </a:r>
            <a:r>
              <a:rPr lang="en-US" sz="1600" dirty="0"/>
              <a:t> we can analyze the pattern and use it for future purpose. </a:t>
            </a:r>
            <a:br>
              <a:rPr lang="en-US" sz="1600" dirty="0"/>
            </a:br>
            <a:r>
              <a:rPr lang="en-US" dirty="0"/>
              <a:t>                                                                                              </a:t>
            </a:r>
            <a:endParaRPr lang="en-IN" dirty="0"/>
          </a:p>
        </p:txBody>
      </p:sp>
    </p:spTree>
    <p:extLst>
      <p:ext uri="{BB962C8B-B14F-4D97-AF65-F5344CB8AC3E}">
        <p14:creationId xmlns:p14="http://schemas.microsoft.com/office/powerpoint/2010/main" val="178161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646323" y="1117759"/>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2600"/>
              <a:buNone/>
            </a:pPr>
            <a:r>
              <a:rPr lang="en-GB" sz="3000" dirty="0">
                <a:solidFill>
                  <a:srgbClr val="000000"/>
                </a:solidFill>
                <a:highlight>
                  <a:srgbClr val="FFFFFF"/>
                </a:highlight>
              </a:rPr>
              <a:t>What are the resources required for your innovation ?</a:t>
            </a:r>
            <a:endParaRPr sz="3000" dirty="0"/>
          </a:p>
        </p:txBody>
      </p:sp>
      <p:sp>
        <p:nvSpPr>
          <p:cNvPr id="2" name="TextBox 1"/>
          <p:cNvSpPr txBox="1"/>
          <p:nvPr/>
        </p:nvSpPr>
        <p:spPr>
          <a:xfrm>
            <a:off x="646323" y="2486890"/>
            <a:ext cx="3142895" cy="1600438"/>
          </a:xfrm>
          <a:prstGeom prst="rect">
            <a:avLst/>
          </a:prstGeom>
          <a:noFill/>
        </p:spPr>
        <p:txBody>
          <a:bodyPr wrap="square" rtlCol="0">
            <a:spAutoFit/>
          </a:bodyPr>
          <a:lstStyle/>
          <a:p>
            <a:r>
              <a:rPr lang="en-US" b="1" dirty="0">
                <a:latin typeface="Raleway" panose="020B0503030101060003" pitchFamily="34" charset="0"/>
              </a:rPr>
              <a:t>HARDWARE COMPONENTS :</a:t>
            </a:r>
          </a:p>
          <a:p>
            <a:endParaRPr lang="it-IT" b="1" dirty="0">
              <a:latin typeface="Raleway" panose="020B0503030101060003" pitchFamily="34" charset="0"/>
            </a:endParaRPr>
          </a:p>
          <a:p>
            <a:pPr marL="285750" indent="-285750">
              <a:buFont typeface="Arial" panose="020B0604020202020204" pitchFamily="34" charset="0"/>
              <a:buChar char="•"/>
            </a:pPr>
            <a:r>
              <a:rPr lang="it-IT" b="1" dirty="0">
                <a:latin typeface="Raleway" panose="020B0503030101060003" pitchFamily="34" charset="0"/>
              </a:rPr>
              <a:t>Raspberry </a:t>
            </a:r>
            <a:r>
              <a:rPr lang="it-IT" b="1">
                <a:latin typeface="Raleway" panose="020B0503030101060003" pitchFamily="34" charset="0"/>
              </a:rPr>
              <a:t>Pi 4 </a:t>
            </a:r>
            <a:r>
              <a:rPr lang="it-IT" b="1" dirty="0">
                <a:latin typeface="Raleway" panose="020B0503030101060003" pitchFamily="34" charset="0"/>
              </a:rPr>
              <a:t>Model B</a:t>
            </a:r>
          </a:p>
          <a:p>
            <a:pPr marL="285750" indent="-285750">
              <a:buFont typeface="Arial" panose="020B0604020202020204" pitchFamily="34" charset="0"/>
              <a:buChar char="•"/>
            </a:pPr>
            <a:r>
              <a:rPr lang="it-IT" b="1" dirty="0">
                <a:latin typeface="Raleway" panose="020B0503030101060003" pitchFamily="34" charset="0"/>
              </a:rPr>
              <a:t>RAKwireless RAK2245 Pi HAT</a:t>
            </a:r>
          </a:p>
          <a:p>
            <a:pPr marL="285750" indent="-285750">
              <a:buFont typeface="Arial" panose="020B0604020202020204" pitchFamily="34" charset="0"/>
              <a:buChar char="•"/>
            </a:pPr>
            <a:r>
              <a:rPr lang="en-US" b="1" dirty="0">
                <a:latin typeface="Raleway" panose="020B0503030101060003" pitchFamily="34" charset="0"/>
              </a:rPr>
              <a:t>Heltec Cube Cell </a:t>
            </a:r>
          </a:p>
          <a:p>
            <a:pPr marL="285750" indent="-285750">
              <a:buFont typeface="Arial" panose="020B0604020202020204" pitchFamily="34" charset="0"/>
              <a:buChar char="•"/>
            </a:pPr>
            <a:r>
              <a:rPr lang="en-US" b="1" dirty="0">
                <a:latin typeface="Raleway" panose="020B0503030101060003" pitchFamily="34" charset="0"/>
              </a:rPr>
              <a:t>Triple Axis Accelerometer and</a:t>
            </a:r>
          </a:p>
          <a:p>
            <a:r>
              <a:rPr lang="en-US" b="1" dirty="0">
                <a:latin typeface="Raleway" panose="020B0503030101060003" pitchFamily="34" charset="0"/>
              </a:rPr>
              <a:t>       Gyro Breakout - MPU-6050</a:t>
            </a:r>
          </a:p>
        </p:txBody>
      </p:sp>
      <p:sp>
        <p:nvSpPr>
          <p:cNvPr id="5" name="TextBox 4"/>
          <p:cNvSpPr txBox="1"/>
          <p:nvPr/>
        </p:nvSpPr>
        <p:spPr>
          <a:xfrm>
            <a:off x="3789218" y="2486890"/>
            <a:ext cx="4627418" cy="1169551"/>
          </a:xfrm>
          <a:prstGeom prst="rect">
            <a:avLst/>
          </a:prstGeom>
          <a:noFill/>
        </p:spPr>
        <p:txBody>
          <a:bodyPr wrap="square" rtlCol="0">
            <a:spAutoFit/>
          </a:bodyPr>
          <a:lstStyle/>
          <a:p>
            <a:r>
              <a:rPr lang="en-US" b="1" dirty="0">
                <a:latin typeface="Raleway" panose="020B0503030101060003" pitchFamily="34" charset="0"/>
              </a:rPr>
              <a:t>SOFTWARE REQUIRED:</a:t>
            </a:r>
          </a:p>
          <a:p>
            <a:r>
              <a:rPr lang="en-IN" b="1" dirty="0">
                <a:latin typeface="Raleway" panose="020B0503030101060003" pitchFamily="34" charset="0"/>
              </a:rPr>
              <a:t>	</a:t>
            </a:r>
          </a:p>
          <a:p>
            <a:pPr marL="285750" indent="-285750">
              <a:buFont typeface="Arial" panose="020B0604020202020204" pitchFamily="34" charset="0"/>
              <a:buChar char="•"/>
            </a:pPr>
            <a:r>
              <a:rPr lang="en-US" b="1" dirty="0">
                <a:latin typeface="Raleway" panose="020B0503030101060003" pitchFamily="34" charset="0"/>
              </a:rPr>
              <a:t>Amazon Web Services </a:t>
            </a:r>
            <a:endParaRPr lang="en-IN" b="1" dirty="0">
              <a:latin typeface="Raleway" panose="020B0503030101060003" pitchFamily="34" charset="0"/>
            </a:endParaRPr>
          </a:p>
          <a:p>
            <a:pPr marL="285750" indent="-285750">
              <a:buFont typeface="Arial" panose="020B0604020202020204" pitchFamily="34" charset="0"/>
              <a:buChar char="•"/>
            </a:pPr>
            <a:r>
              <a:rPr lang="en-IN" b="1" dirty="0">
                <a:latin typeface="Raleway" panose="020B0503030101060003" pitchFamily="34" charset="0"/>
              </a:rPr>
              <a:t>Arduino IDE</a:t>
            </a:r>
          </a:p>
          <a:p>
            <a:pPr marL="285750" indent="-285750">
              <a:buFont typeface="Arial" panose="020B0604020202020204" pitchFamily="34" charset="0"/>
              <a:buChar char="•"/>
            </a:pPr>
            <a:r>
              <a:rPr lang="en-IN" b="1" dirty="0">
                <a:latin typeface="Raleway" panose="020B0503030101060003" pitchFamily="34" charset="0"/>
              </a:rPr>
              <a:t>Helium Network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8"/>
          <p:cNvSpPr txBox="1">
            <a:spLocks noGrp="1"/>
          </p:cNvSpPr>
          <p:nvPr>
            <p:ph type="title"/>
          </p:nvPr>
        </p:nvSpPr>
        <p:spPr>
          <a:xfrm>
            <a:off x="627700" y="1284783"/>
            <a:ext cx="7688700" cy="535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600"/>
              <a:buNone/>
            </a:pPr>
            <a:r>
              <a:rPr lang="en-GB" sz="3000" dirty="0"/>
              <a:t>Thank you </a:t>
            </a:r>
            <a:endParaRPr sz="3000" dirty="0"/>
          </a:p>
        </p:txBody>
      </p:sp>
      <p:sp>
        <p:nvSpPr>
          <p:cNvPr id="114" name="Google Shape;114;p18"/>
          <p:cNvSpPr txBox="1"/>
          <p:nvPr/>
        </p:nvSpPr>
        <p:spPr>
          <a:xfrm>
            <a:off x="5118700" y="3148025"/>
            <a:ext cx="3197700" cy="1512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400" b="0" i="0" u="none" strike="noStrike" cap="none" dirty="0">
                <a:solidFill>
                  <a:srgbClr val="000000"/>
                </a:solidFill>
                <a:latin typeface="Lato"/>
                <a:ea typeface="Lato"/>
                <a:cs typeface="Lato"/>
                <a:sym typeface="Lato"/>
              </a:rPr>
              <a:t> </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400"/>
              <a:buFont typeface="Arial"/>
              <a:buNone/>
            </a:pPr>
            <a:r>
              <a:rPr lang="en-GB" sz="1400" b="0" i="0" u="none" strike="noStrike" cap="none" dirty="0">
                <a:solidFill>
                  <a:srgbClr val="000000"/>
                </a:solidFill>
                <a:latin typeface="Lato"/>
                <a:ea typeface="Lato"/>
                <a:cs typeface="Lato"/>
                <a:sym typeface="Lato"/>
              </a:rPr>
              <a:t> </a:t>
            </a:r>
            <a:endParaRPr sz="1400" b="0" i="0" u="none" strike="noStrike" cap="none" dirty="0">
              <a:solidFill>
                <a:srgbClr val="000000"/>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191</TotalTime>
  <Words>694</Words>
  <Application>Microsoft Office PowerPoint</Application>
  <PresentationFormat>On-screen Show (16:9)</PresentationFormat>
  <Paragraphs>39</Paragraphs>
  <Slides>7</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Lato</vt:lpstr>
      <vt:lpstr>Raleway</vt:lpstr>
      <vt:lpstr>Times New Roman</vt:lpstr>
      <vt:lpstr>Calibri</vt:lpstr>
      <vt:lpstr>Arial</vt:lpstr>
      <vt:lpstr>Streamline</vt:lpstr>
      <vt:lpstr>   Team Name :    Team Captain Name: Ananthashayan.S    Team Captain Mobile No: 9994850136   Team Captain Email : ananthashayan.2002011@srec.ac.in   No of Team members : 4   Team Details: Ananthashayan.S    – ananthashayan.2002011@srec.ac.in                           Harshavardhan.C.K – harshavardhan.2002046@srec.ac.in                           Lalith Kumar. S        – lalithkumar.2002117@srec.ac.in                           Manikandan.M.S.V  – manikandan.2002121@srec.ac.in</vt:lpstr>
      <vt:lpstr>Domain chosen: Health Care    Problem Statement ?      To Develop a technology-based solution for Kids, Senior citizens who need          supervision in crossing a specified boundary          </vt:lpstr>
      <vt:lpstr>Idea/Solution! VSupervisor(Virtual Fence) is my solution for the above problem statement which has features like GPS Tracking, GeoFencing, Health Monitoring, Analytics and Low cost. VSupervisor is GPS tracking device backed by helium LongFi Network with an accompanying mobile app. We are creating a VSupervisor using a Helium Network peer to peer wireless network that provides a secure and cost-effective way for low power Internet of Things devices to send data to and from the Internet. Its basically a Virtual Fence created at a certain boundary from the persons place of living and its connected to the mobile app, the app has all the required features which can be altered and monitored through the app. The device consists of the GPS and Health Monitoring sensors. If a person  (Kids/Senior Citizens) exceeds certain limits say 10metres the device in the patients hand or leg will indicate it to them and also to the person responsible for them. It work very accurate due to presence of Helium and LORAWAN. We can Supervise the individuals if they cross the specified boundary.</vt:lpstr>
      <vt:lpstr>Motivation The greatest motivation for us starts with what if the kids lost their way back home or a grandpa/grandma forget the address of their house. These are the factors which motivated us to give a particular device for the fearful parents and children to protect them. Nowadays Children are enthusiastic and they want to explore beyond the boundary this device helps both children and parents to make that happen. And as a senior citizen they often face the problem of forgetfulness in the old age which they forget very often is their name, address etc.. So this will be a very helpful tool to track that old agers exceeds the boundary. Not only tracking we can supervise the individual if they cross the limit. Thus, We propose this solution as responsible citizens of this country to create awareness about this major problem.</vt:lpstr>
      <vt:lpstr>Objective and scope Major Objectives of the VSupervisor is to supervise the kids, senior citizens who needs supervision if they cross certain limit, Then the VSupervisor can also monitor the important health aspects like water content, Heart rate etc.. Our innovation lies in the concept of using Helium Network and LoRa in an sophisticated way to solve this problem. The cost is very effective thus it can be used by very large population in a country like India. Then the scope of the VSupervisor is very large like using the emerging technologies like Machine Learning, Artificial Intelligence we can improve this project of us into a futuristic product having all the required tools for parents and concerned person. Like having the data collected by VSupervisor we can analyze the pattern and use it for future purpose.                                                                                                </vt:lpstr>
      <vt:lpstr>What are the resources required for your innovation ?</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Name :    Team Captain Name:    Team Captain Mobile No:    Team Captain Email :    No of Team members :    Team Details:</dc:title>
  <dc:creator>harshavardhan</dc:creator>
  <cp:lastModifiedBy>harshavardhan c.k</cp:lastModifiedBy>
  <cp:revision>8</cp:revision>
  <dcterms:modified xsi:type="dcterms:W3CDTF">2021-10-20T15:13:22Z</dcterms:modified>
</cp:coreProperties>
</file>